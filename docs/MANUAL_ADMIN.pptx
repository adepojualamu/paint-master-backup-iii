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7103" y="0"/>
            <a:ext cx="164592" cy="1371600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27103" y="1371600"/>
            <a:ext cx="164592" cy="13716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27103" y="2743200"/>
            <a:ext cx="164592" cy="1371600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27103" y="4114800"/>
            <a:ext cx="164592" cy="1371600"/>
          </a:xfrm>
          <a:prstGeom prst="rect">
            <a:avLst/>
          </a:prstGeom>
          <a:solidFill>
            <a:srgbClr val="1A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27103" y="5486400"/>
            <a:ext cx="164592" cy="1371600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54864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0" b="1">
                <a:solidFill>
                  <a:srgbClr val="0B1F3A"/>
                </a:solidFill>
                <a:latin typeface="Calibri"/>
              </a:rPr>
              <a:t>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7263D"/>
                </a:solidFill>
                <a:latin typeface="Calibri"/>
              </a:rPr>
              <a:t>ADMIN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Running
dispatch.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Every screen of the admin console, in the order you'll use them through the 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17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Paint Masters Ghana — internal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Your role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ADMIN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34155"/>
                </a:solidFill>
                <a:latin typeface="Calibri"/>
              </a:rPr>
              <a:t>You're the human in the loop between customers and Paint Masters. Most of your time goes into three things.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Getting new bookings into the right Master's hands.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Keeping the kanban moving — assignments, dispatches, QA passes.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Fielding messages from both sides — customers, painters, the platform itself.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Plus: weekly payouts, photo moderation, support tickets, settings.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Sign in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The morning view. KPIs, today's schedule, pending assignment, live activity.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The dashboard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34155"/>
                </a:solidFill>
                <a:latin typeface="Calibri"/>
              </a:rPr>
              <a:t>paintmasters.gh/admin/index.html. Five sections, top to bottom.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KPI grid:  Month revenue, Pending assignment, Active jobs, QA queue, Avg rating.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Revenue chart with 14 / 30 / 90-day chips. Selection persists across pages.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Today's schedule — the next six dispatched/on-site/QA jobs. Click any row to jump to jobs.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Pending assignment — your morning queue. Right column.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Live activity — streams every event in real time. Click 🔔 in the topbar for the same data as a dropdown.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topbar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Type any booking ref, customer name, painter, or region. Grouped results, keyboard nav.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Job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Kanban with eight columns. Filters, density toggle, soft-delete with restore.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Job board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JOBS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1703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4583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4583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Filter and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583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Stage chips at top focus the board on one stage. Hide-empty toggle collapses zero-card columns. Compact-cards trims padding.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85135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68015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8015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Click a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8015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Opens the detail modal: change stage, pick a Master from the skill-matched picker, dispatch.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8567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81447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1447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Per-card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447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Hover any card → 🗑 button bottom-right. Single-card delete with typed confirm. Soft-delete only — restorable.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1999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4879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4879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Tick to bulk-act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4879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Floating action bar appears: Assign master / Move stage / Dispatch / 🗑 Delete 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25431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08311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8311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Add a job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8311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+ Add Job modal collects customer, service, start date + duration + auto-end-date, area, amount, tags.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Painter roster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Cards with avatar, name, region, status. Modal has four quick 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The four painter quick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PAINTERS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39496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💬 Message Kofi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Channel-aware composer with three pills.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📱 SMS — opens your phone's messaging app pre-filled.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🟢 WhatsApp — opens wa.me with the message ready.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💬 In-platform — posts to their notification feed.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Hint copy switches with the channel.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539496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Calendar / Assign / Toggle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9456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📅 View full calendar — 28-day grid in a stacked sub-modal. Today outlined; booked days gold; busy red.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📋 Assign new job — lists every unassigned job with a region-match badge. Click Assign → routes + dispatches.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🔄 Toggle availability — cycles Available → On a job → On leave → Available with a confirm dialog.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360-view. Edit, message, book on their behalf, export.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Customer detail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✎ Edit  — modal for name / phone / email / city / type. Changes apply immediately.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Bonus: typed-confirm Delete-customer button (linked job history is preserved).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+ New booking  — opens the customer-side booking flow with this customer pre-filled.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Useful for booking on a phone call.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💬 Message  — same channel-aware composer as the painter modal.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Top-bar:  + Add Customer modal · ⬇ Export CSV (honours filters).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Approvals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Two queues on one page: painter applications + customer photo moderation.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What each queue does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APPROVALS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39496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Painter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Anyone who applied via Apply to Academy lands here.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Each row: View, Approve, Reject.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Approving converts pmUsers from pending → active.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The new painter signs in with the temp password and is forced through change-password on first sign-in.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539496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Photo moderation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9456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Customer-uploaded job photos waiting for approval.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Each row: thumbnail, customer name, booking ref, caption, file size.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Approve → photo becomes visible on the customer's tracker AND the assigned painter's view.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Reject → asks for an optional reason. File stays on disk for audit.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Inventory &amp; Payouts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Day-to-day stock + end-of-period painter pay.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Inventory and Payouts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34155"/>
                </a:solidFill>
                <a:latin typeface="Calibri"/>
              </a:rPr>
              <a:t>Two pages that live in the resources block of the sidebar. Both have CSV export.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Inventory: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Low-stock banner triggers when SKUs dip below their reorder threshold.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+ Add SKU modal with category and supplier dropdowns (with new-X inline option).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Per-row Reorder modal with suggested quantity (~2× threshold).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Painter Payouts: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Period chips drive the table (week / month / 90 days).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Per painter: Jobs / Gross / Net 90% / Warranty 5% / Payable / Override.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Mark paid records the amount, fires a payment activity event, and Undo if needed.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Phase 2: Mark paid becomes "Send via Hubtel" — disbursement happens server-side.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Seven tabs. Branding, Account, Business, Pricing, Notifications, Security,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Settings tabs you'll touch most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SETTINGS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39496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Account &amp;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Account: your name / phone / region. Auto-saves on blur. Sidebar updates live as you type. Green ✓ Saved chip flashes.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Notifications → Email setup: provider, credentials, from address, reply-to, test-send.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Auto-send-on-booking toggle for customer confirmation emails.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539496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Data — pre-launch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9456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Lists every localStorage key the platform writes to with byte counts.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Tick the rows to wipe; type "wipe" to confirm.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Reset to clean production state — wipes everything AND walks you through the meta-tag flip.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Use this once before going live.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Daily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Your morning, afternoon, and end-of-week routines.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A typical 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ROUTINE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1703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4583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4583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Morning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583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Open dashboard. Glance at KPIs. Read activity feed for overnight events. Mark bell read.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85135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68015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8015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Pending column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8015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Open each card, pick a Master, dispatch. Aim to clear the column before lunch.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8567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81447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1447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Approvals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447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Clear painter applications. Clear photo moderation queue.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1999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4879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4879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Watch the feed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4879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[Concern] and [Cash request] events get handled immediately, not batched. Reply to support tickets.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25431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08311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8311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End of week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8311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Open Payouts, verify per-painter calc, Mark paid as you process MoMo transfers, Export CSV for bookkeeping.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Things to watch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WATCH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34155"/>
                </a:solidFill>
                <a:latin typeface="Calibri"/>
              </a:rPr>
              <a:t>Patterns that need your attention before they become problems.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Repeated [Cash request] events from the same Master.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Two reports = pull them off the platform pending an in-person conversation.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Reviews under 4 stars.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Read the comment, identify the pattern, message the painter directly.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Stuck jobs — anything in QA for &gt;48 hours.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Nudge QA via a high-priority support ticket.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Empty calendars.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If a Master has no jobs scheduled for a week, check whether they're on leave or being skipped in assignment.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Calibri"/>
              </a:rPr>
              <a:t>PAINT MASTERS —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You're ready to 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CBD5E1"/>
                </a:solidFill>
                <a:latin typeface="Calibri"/>
              </a:rPr>
              <a:t>Welcome to Paint Masters, Admin.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Founder is on +233 24 000 0000 for anything urgent.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Backend issues — message the engineer, don't try to debug from the admin console.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Hubtel issues — log a high-priority ticket, then call Hubtel support with the booking ref.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Pre-launch: follow DEPLOYMENT.md after Settings → Data → Reset to clean production state.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38339" y="6693408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76678" y="6693408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017" y="6693408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53356" y="6693408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